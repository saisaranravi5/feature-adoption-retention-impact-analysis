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29"/>
    <p:restoredTop sz="94654"/>
  </p:normalViewPr>
  <p:slideViewPr>
    <p:cSldViewPr snapToGrid="0">
      <p:cViewPr varScale="1">
        <p:scale>
          <a:sx n="83" d="100"/>
          <a:sy n="83" d="100"/>
        </p:scale>
        <p:origin x="216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E173D-EC14-4D77-20D3-BB6F0F916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AC1B3-F56A-D26F-379F-F9FF3FC73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A6CE3-20EC-02CC-7512-D83E99461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E20B-72A9-7341-B21D-8319CB60FE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11C8C-95C6-04AF-47F1-D32BB470B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98E3A-77CD-5B0A-1B56-2D393C16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89C3-C305-8A42-923F-40D853C2B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53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BFC39-ACCC-8CAC-5984-D443018B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C08E0-761A-78CE-E677-CC4F65D68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01F91-2B82-64BD-3DF3-24E0D7051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E20B-72A9-7341-B21D-8319CB60FE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E079A-FD65-ACA7-CB7D-C47E1E8A3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D99B0-7A00-575B-B65F-04B3347E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89C3-C305-8A42-923F-40D853C2B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83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40A6B-06C6-1856-647B-198CC5567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8E78D-772C-8305-B2E9-61C1EBE1F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750D1-4036-93F5-B1A0-D7F5A1D5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E20B-72A9-7341-B21D-8319CB60FE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DE624-BD22-BEE5-A2BA-851E0372E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6830F-7A61-51E1-A7C4-49268476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89C3-C305-8A42-923F-40D853C2B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4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F8BA-1AD5-F9EE-6372-192C0BB10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ED2C9-EC47-E727-950F-CAD6E52FF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57131-A753-C2BD-3FF0-DD56B2DC9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C219F-B400-8767-5D95-5E303CFF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E20B-72A9-7341-B21D-8319CB60FE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C998A-790F-068D-187B-D1336D72E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43C4E-9DC8-5BD2-5D7E-60434F410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89C3-C305-8A42-923F-40D853C2B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4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0F11D-65C5-418B-9417-14D43DB2A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7AAAE-FDE4-2CCF-6E01-3FDE7A0DB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B5377-90A4-8260-05AF-ED08C7964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A47C14-272B-C473-8BA4-5CE875655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FFCCE4-E607-6819-86A1-BC37BEE83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39075D-258F-A050-87F5-967471C35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E20B-72A9-7341-B21D-8319CB60FE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F67A35-F85F-B490-E20B-A2F71263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8288B5-C588-0FE4-1560-D706A62E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89C3-C305-8A42-923F-40D853C2B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1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3C84-6A0F-92D0-ED2A-77F36ED91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0D44EE-A3FE-5536-EC05-032CC1C22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E20B-72A9-7341-B21D-8319CB60FE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B9314F-0B7C-757A-0EC9-4B2CBD03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C3A0E-569F-B643-55B0-A6A66DB50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89C3-C305-8A42-923F-40D853C2B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35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ECD60-09FA-806A-DFFC-76441B5F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E20B-72A9-7341-B21D-8319CB60FE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790615-1235-0BA9-9C60-53D2063B3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39238-F83E-8DD4-44B1-9B3EE368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89C3-C305-8A42-923F-40D853C2B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27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C93D-26B8-0BA7-15D5-5A458BF53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DB2CF-C75C-72FC-26FE-667637328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033D3-4C52-D5AB-D60F-C6B1AECFC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691CC-1DEC-48D6-283F-270DD23C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E20B-72A9-7341-B21D-8319CB60FE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146B4-18DC-1A83-49E4-646F4A99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35350-DF62-CF82-F2A7-8CFE8651B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89C3-C305-8A42-923F-40D853C2B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10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A79C4-D2FD-F775-0EB2-4BFFC0E8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4227BE-4A43-C3D7-9B37-8D2A7D3EE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105D9-26B1-2CDE-D193-B6C517B88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0BFEE-A7AF-E2D7-26A2-38C6E581E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E20B-72A9-7341-B21D-8319CB60FE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3A204-284B-B04E-269E-860783D9B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8D9DC-E8CF-F1C2-F8F4-4F251AAB6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89C3-C305-8A42-923F-40D853C2B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5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390FB-530E-422C-701A-2FA99D4C4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E1048-F7D1-EDCF-579C-57EB4B645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EB5F0-BB3A-1E80-F731-32CDBA9C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E20B-72A9-7341-B21D-8319CB60FE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B08A2-F86D-FA16-E678-8D9952AF7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1977A-3F7E-EACF-C3EE-7C3E5CA33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89C3-C305-8A42-923F-40D853C2B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1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714361-A6A0-AED3-C1DA-892BD7694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AD0F14-C731-0220-7E37-2910C4081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249E2-5C74-3279-0D10-9F47DD47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E20B-72A9-7341-B21D-8319CB60FE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F6F80-44EB-0766-CFD2-1C23470D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2DAB1-47A6-283E-8E02-56CCD700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89C3-C305-8A42-923F-40D853C2B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9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E2862-58DD-6A4E-09DA-64B6465D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64F11-DFEA-0EBD-EFA4-8978C38C0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ECAFC-C689-BCA7-88A7-375E92C58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6EE20B-72A9-7341-B21D-8319CB60FE4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8A83E-5376-0A4A-0E8F-3A2825477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67271-21E4-4290-2898-871D8E488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1F89C3-C305-8A42-923F-40D853C2B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96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FA4651-38D4-B2B3-2911-2930D35E82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63"/>
          <a:stretch>
            <a:fillRect/>
          </a:stretch>
        </p:blipFill>
        <p:spPr>
          <a:xfrm>
            <a:off x="158496" y="642551"/>
            <a:ext cx="11948160" cy="61118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5D3A76-358D-7D86-817C-6A14CDE50DFF}"/>
              </a:ext>
            </a:extLst>
          </p:cNvPr>
          <p:cNvSpPr txBox="1"/>
          <p:nvPr/>
        </p:nvSpPr>
        <p:spPr>
          <a:xfrm>
            <a:off x="3317258" y="103632"/>
            <a:ext cx="47519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Daily Active Users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345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0E4120-788F-E4D5-C05A-0C48A58AB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0" y="538145"/>
            <a:ext cx="11871701" cy="61510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59258B-577C-77B6-F61C-B89FFF99A474}"/>
              </a:ext>
            </a:extLst>
          </p:cNvPr>
          <p:cNvSpPr txBox="1"/>
          <p:nvPr/>
        </p:nvSpPr>
        <p:spPr>
          <a:xfrm>
            <a:off x="3212656" y="76480"/>
            <a:ext cx="4770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Weekly Active Users</a:t>
            </a:r>
          </a:p>
        </p:txBody>
      </p:sp>
    </p:spTree>
    <p:extLst>
      <p:ext uri="{BB962C8B-B14F-4D97-AF65-F5344CB8AC3E}">
        <p14:creationId xmlns:p14="http://schemas.microsoft.com/office/powerpoint/2010/main" val="1062430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C13795-AFFA-FF6D-DE3F-C489436A5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83" y="556055"/>
            <a:ext cx="11856203" cy="61082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628344-1FE7-8280-AD0F-A17D40206272}"/>
              </a:ext>
            </a:extLst>
          </p:cNvPr>
          <p:cNvSpPr txBox="1"/>
          <p:nvPr/>
        </p:nvSpPr>
        <p:spPr>
          <a:xfrm>
            <a:off x="4031229" y="0"/>
            <a:ext cx="3407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Monthly Active Users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576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813E24-8C8C-AC52-6DBB-5118E9AB5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0" y="587660"/>
            <a:ext cx="11862246" cy="61656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620AED-5577-0C8C-3219-61A50C743F35}"/>
              </a:ext>
            </a:extLst>
          </p:cNvPr>
          <p:cNvSpPr txBox="1"/>
          <p:nvPr/>
        </p:nvSpPr>
        <p:spPr>
          <a:xfrm>
            <a:off x="3724597" y="104718"/>
            <a:ext cx="4742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Feature Exposure (Discovery)</a:t>
            </a:r>
          </a:p>
        </p:txBody>
      </p:sp>
    </p:spTree>
    <p:extLst>
      <p:ext uri="{BB962C8B-B14F-4D97-AF65-F5344CB8AC3E}">
        <p14:creationId xmlns:p14="http://schemas.microsoft.com/office/powerpoint/2010/main" val="123005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DE3D27-051F-F9E1-DB21-3C45058D9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42" y="470932"/>
            <a:ext cx="11649271" cy="63020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845568-24B1-B2B9-479B-7B3358E0E7A1}"/>
              </a:ext>
            </a:extLst>
          </p:cNvPr>
          <p:cNvSpPr txBox="1"/>
          <p:nvPr/>
        </p:nvSpPr>
        <p:spPr>
          <a:xfrm>
            <a:off x="4464742" y="0"/>
            <a:ext cx="5007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Feature Adoption</a:t>
            </a:r>
          </a:p>
        </p:txBody>
      </p:sp>
    </p:spTree>
    <p:extLst>
      <p:ext uri="{BB962C8B-B14F-4D97-AF65-F5344CB8AC3E}">
        <p14:creationId xmlns:p14="http://schemas.microsoft.com/office/powerpoint/2010/main" val="1588390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7023DA-DE1E-1FA6-8A89-9EB1EFA995BD}"/>
              </a:ext>
            </a:extLst>
          </p:cNvPr>
          <p:cNvSpPr txBox="1"/>
          <p:nvPr/>
        </p:nvSpPr>
        <p:spPr>
          <a:xfrm>
            <a:off x="951518" y="229776"/>
            <a:ext cx="9795638" cy="39362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latin typeface="+mj-lt"/>
                <a:ea typeface="+mj-ea"/>
                <a:cs typeface="+mj-cs"/>
              </a:rPr>
              <a:t>Feature Engagement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925633-7BE4-CE74-DBBF-0D44848D8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02" y="623397"/>
            <a:ext cx="11468746" cy="607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59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6FA49D-B329-FEA2-05D1-BCD0A5393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8" y="720765"/>
            <a:ext cx="11608230" cy="59599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730417-DD7F-20B8-14B4-D0047F6877AD}"/>
              </a:ext>
            </a:extLst>
          </p:cNvPr>
          <p:cNvSpPr txBox="1"/>
          <p:nvPr/>
        </p:nvSpPr>
        <p:spPr>
          <a:xfrm>
            <a:off x="2475855" y="177317"/>
            <a:ext cx="6098582" cy="42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latin typeface="+mj-lt"/>
                <a:ea typeface="+mj-ea"/>
                <a:cs typeface="+mj-cs"/>
              </a:rPr>
              <a:t>Feature Engagement</a:t>
            </a:r>
          </a:p>
        </p:txBody>
      </p:sp>
    </p:spTree>
    <p:extLst>
      <p:ext uri="{BB962C8B-B14F-4D97-AF65-F5344CB8AC3E}">
        <p14:creationId xmlns:p14="http://schemas.microsoft.com/office/powerpoint/2010/main" val="273445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75C47-97E7-0384-EDB3-837DD3F2C9DD}"/>
              </a:ext>
            </a:extLst>
          </p:cNvPr>
          <p:cNvSpPr txBox="1"/>
          <p:nvPr/>
        </p:nvSpPr>
        <p:spPr>
          <a:xfrm>
            <a:off x="4674489" y="10906"/>
            <a:ext cx="5781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Feature Funnel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6A397B-F6E4-EA9B-34C4-2815C86D5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66" y="472571"/>
            <a:ext cx="11561736" cy="618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52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ABDEF5-4B84-2BB5-75B2-E7D2F37A6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81" y="604433"/>
            <a:ext cx="11887200" cy="6135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FEF375-A869-9A93-62D2-33DC2196E769}"/>
              </a:ext>
            </a:extLst>
          </p:cNvPr>
          <p:cNvSpPr txBox="1"/>
          <p:nvPr/>
        </p:nvSpPr>
        <p:spPr>
          <a:xfrm>
            <a:off x="3768879" y="117988"/>
            <a:ext cx="5680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Feature Funnel : 30 Day window</a:t>
            </a:r>
          </a:p>
        </p:txBody>
      </p:sp>
    </p:spTree>
    <p:extLst>
      <p:ext uri="{BB962C8B-B14F-4D97-AF65-F5344CB8AC3E}">
        <p14:creationId xmlns:p14="http://schemas.microsoft.com/office/powerpoint/2010/main" val="553226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BC4A32-1CEA-8416-0131-2E4CBDD31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85" y="681925"/>
            <a:ext cx="11887199" cy="6044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975C18-542A-E47C-0389-11DBB51D8475}"/>
              </a:ext>
            </a:extLst>
          </p:cNvPr>
          <p:cNvSpPr txBox="1"/>
          <p:nvPr/>
        </p:nvSpPr>
        <p:spPr>
          <a:xfrm>
            <a:off x="2307498" y="131736"/>
            <a:ext cx="804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Feature funnel with breakdown – feature name</a:t>
            </a:r>
          </a:p>
        </p:txBody>
      </p:sp>
    </p:spTree>
    <p:extLst>
      <p:ext uri="{BB962C8B-B14F-4D97-AF65-F5344CB8AC3E}">
        <p14:creationId xmlns:p14="http://schemas.microsoft.com/office/powerpoint/2010/main" val="4094319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5F03BE-BA0D-5F00-1E1D-87F1436BC7C4}"/>
              </a:ext>
            </a:extLst>
          </p:cNvPr>
          <p:cNvSpPr txBox="1"/>
          <p:nvPr/>
        </p:nvSpPr>
        <p:spPr>
          <a:xfrm>
            <a:off x="3688803" y="15498"/>
            <a:ext cx="5583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Comparison chart for Retention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07F898-447C-C29F-7E1C-0296A71EF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1" y="573437"/>
            <a:ext cx="11840704" cy="616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9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1872</TotalTime>
  <Words>39</Words>
  <Application>Microsoft Macintosh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Saran Ravi</dc:creator>
  <cp:lastModifiedBy>Sai Saran Ravi</cp:lastModifiedBy>
  <cp:revision>4</cp:revision>
  <dcterms:created xsi:type="dcterms:W3CDTF">2026-01-21T20:02:56Z</dcterms:created>
  <dcterms:modified xsi:type="dcterms:W3CDTF">2026-02-26T22:55:00Z</dcterms:modified>
</cp:coreProperties>
</file>